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00400"/>
          </a:xfrm>
        </p:spPr>
        <p:txBody>
          <a:bodyPr/>
          <a:lstStyle/>
          <a:p>
            <a:r>
              <a:t>Sentry DTS SCADA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14800"/>
          </a:xfrm>
        </p:spPr>
        <p:txBody>
          <a:bodyPr/>
          <a:lstStyle/>
          <a:p>
            <a:r>
              <a:t>Next-Generation Cloud &amp; API Integration</a:t>
            </a:r>
          </a:p>
          <a:p>
            <a:r>
              <a:t>Transformasi dari Sistem Lokal menuju Ekosistem Terpusat dan Terbuka</a:t>
            </a:r>
          </a:p>
        </p:txBody>
      </p:sp>
      <p:pic>
        <p:nvPicPr>
          <p:cNvPr id="4" name="Picture 3" descr="cloud_dashboard_cover_17907585464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  <p:pic>
        <p:nvPicPr>
          <p:cNvPr id="5" name="Picture 4" descr="cloud_dashboard_cover_17907585464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Objektif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Kondisi Saat Ini:</a:t>
            </a:r>
          </a:p>
          <a:p>
            <a:pPr lvl="1"/>
            <a:r>
              <a:t>- Sistem berjalan secara terisolasi (lokal) di area site.</a:t>
            </a:r>
          </a:p>
          <a:p>
            <a:pPr lvl="1"/>
            <a:r>
              <a:t>- Akses data terbatas hanya dari PC Operator (Desktop App).</a:t>
            </a:r>
          </a:p>
          <a:p>
            <a:pPr/>
            <a:r>
              <a:t>Tujuan Pengembangan:</a:t>
            </a:r>
          </a:p>
          <a:p>
            <a:pPr lvl="1"/>
            <a:r>
              <a:t>1. Aksesibilitas Tinggi: Monitoring secara langsung via Web Browser.</a:t>
            </a:r>
          </a:p>
          <a:p>
            <a:pPr lvl="1"/>
            <a:r>
              <a:t>2. Integrasi Terbuka: Jalur REST API standar untuk sistem pihak ketiga.</a:t>
            </a:r>
          </a:p>
          <a:p>
            <a:pPr lvl="1"/>
            <a:r>
              <a:t>3. Keamanan Ekstra: Memisahkan data public (Cloud) dengan data operasional site (Lokal).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Topologi Arsitektur Baru (Cloud Sync)</a:t>
            </a:r>
          </a:p>
        </p:txBody>
      </p:sp>
      <p:pic>
        <p:nvPicPr>
          <p:cNvPr id="3" name="Picture 2" descr="cloud_sync_architecture_17907585605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829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Pendekatan Cloud Synchronization (Push Method): Unit lokal secara aktif mengirimkan data ke Cloud yang aman, tanpa membuka port akses dari luar.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Pilihan Teknologi &amp; Keamanan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Teknologi Utama:</a:t>
            </a:r>
          </a:p>
          <a:p>
            <a:pPr lvl="1"/>
            <a:r>
              <a:t>Backend (RUST): Performa super cepat &amp; keamanan memori anti-kebocoran data.</a:t>
            </a:r>
          </a:p>
          <a:p>
            <a:pPr lvl="1"/>
            <a:r>
              <a:t>Frontend (React.js): Antarmuka web modern dan responsif.</a:t>
            </a:r>
          </a:p>
          <a:p>
            <a:pPr/>
            <a:r>
              <a:t>Sistem Keamanan:</a:t>
            </a:r>
          </a:p>
          <a:p>
            <a:pPr lvl="1"/>
            <a:r>
              <a:t>Web App: Otentikasi &amp; Role-Based Access Control (RBAC).</a:t>
            </a:r>
          </a:p>
          <a:p>
            <a:pPr lvl="1"/>
            <a:r>
              <a:t>REST API: API Key &amp; Rate Limiting.</a:t>
            </a:r>
          </a:p>
          <a:p>
            <a:pPr lvl="1"/>
            <a:r>
              <a:t>Enkripsi Jalur Data: SSL/TLS (HTTPS) dari Site ke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Gambaran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Menyediakan spesifikasi API JSON siap pakai untuk Integrasi:</a:t>
            </a:r>
          </a:p>
          <a:p>
            <a:pPr lvl="1"/>
            <a:r>
              <a:t>1. Mendapatkan Status Suhu Terkini (Live)</a:t>
            </a:r>
          </a:p>
          <a:p>
            <a:pPr lvl="2"/>
            <a:r>
              <a:t>GET /api/v1/temperatures/live</a:t>
            </a:r>
          </a:p>
          <a:p>
            <a:pPr lvl="1"/>
            <a:r>
              <a:t>2. Menarik Data Historis</a:t>
            </a:r>
          </a:p>
          <a:p>
            <a:pPr lvl="2"/>
            <a:r>
              <a:t>GET /api/v1/temperatures/history?group=TCM16&amp;start=...&amp;end=...</a:t>
            </a:r>
          </a:p>
          <a:p>
            <a:pPr lvl="1"/>
            <a:r>
              <a:t>3. Memantau Alarm (Aktif)</a:t>
            </a:r>
          </a:p>
          <a:p>
            <a:pPr lvl="2"/>
            <a:r>
              <a:t>GET /api/v1/alarms/active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Keuntungan Finansial &amp; Operasional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Proposition:</a:t>
            </a:r>
          </a:p>
          <a:p>
            <a:pPr lvl="1"/>
            <a:r>
              <a:t>Skalabilitas: Penambahan site baru termonitor dalam satu Dashboard.</a:t>
            </a:r>
          </a:p>
          <a:p>
            <a:pPr lvl="1"/>
            <a:r>
              <a:t>Efisiensi Waktu: Pihak maintenance menarik data langsung via API.</a:t>
            </a:r>
          </a:p>
          <a:p>
            <a:pPr lvl="1"/>
            <a:r>
              <a:t>Kesiapan Industri 4.0: Infrastruktur siap diintegrasikan dengan AI, Machine Learning, dan Big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